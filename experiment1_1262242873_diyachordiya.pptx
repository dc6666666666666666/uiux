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8"/>
  </p:notesMasterIdLst>
  <p:sldIdLst>
    <p:sldId id="257" r:id="rId3"/>
    <p:sldId id="258" r:id="rId4"/>
    <p:sldId id="259" r:id="rId5"/>
    <p:sldId id="261" r:id="rId6"/>
    <p:sldId id="260" r:id="rId7"/>
  </p:sldIdLst>
  <p:sldSz cx="9144000" cy="5143500" type="screen16x9"/>
  <p:notesSz cx="6858000" cy="9144000"/>
  <p:embeddedFontLst>
    <p:embeddedFont>
      <p:font typeface="Google Sans" panose="020B0604020202020204" charset="0"/>
      <p:regular r:id="rId9"/>
      <p:bold r:id="rId10"/>
      <p:italic r:id="rId11"/>
      <p:boldItalic r:id="rId12"/>
    </p:embeddedFont>
    <p:embeddedFont>
      <p:font typeface="Google Sans Medium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4D6E6D-7547-4EDF-B692-FFDF4C537E73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ali jain" userId="827235755e8399bd" providerId="LiveId" clId="{C7B2A107-5480-4257-9858-BC1E26D8B81B}"/>
    <pc:docChg chg="modSld">
      <pc:chgData name="jinali jain" userId="827235755e8399bd" providerId="LiveId" clId="{C7B2A107-5480-4257-9858-BC1E26D8B81B}" dt="2026-07-30T04:59:59.396" v="23" actId="20577"/>
      <pc:docMkLst>
        <pc:docMk/>
      </pc:docMkLst>
      <pc:sldChg chg="modSp mod">
        <pc:chgData name="jinali jain" userId="827235755e8399bd" providerId="LiveId" clId="{C7B2A107-5480-4257-9858-BC1E26D8B81B}" dt="2026-07-30T04:59:59.396" v="23" actId="20577"/>
        <pc:sldMkLst>
          <pc:docMk/>
          <pc:sldMk cId="0" sldId="256"/>
        </pc:sldMkLst>
        <pc:spChg chg="mod">
          <ac:chgData name="jinali jain" userId="827235755e8399bd" providerId="LiveId" clId="{C7B2A107-5480-4257-9858-BC1E26D8B81B}" dt="2026-07-30T04:59:59.396" v="23" actId="20577"/>
          <ac:spMkLst>
            <pc:docMk/>
            <pc:sldMk cId="0" sldId="256"/>
            <ac:spMk id="18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F9BCF5EE-0977-8599-28CC-2075A9161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C2488D34-9BE0-36AE-D1E8-C24A997817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F137B375-C5FA-B270-7108-6828E9885F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209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60FE5371-A7EA-852F-E08A-D8A10937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7595FD6C-3926-1F9A-BC42-80FE83619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8BD8F76C-7A10-2D84-CEF8-EC09A3847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666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14F3DC8D-976B-BB50-88C8-AAF66CC5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D1E9FC60-459C-B03D-BB46-1BA4D8423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62A9CF44-1733-2E18-7525-849F69B5B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7583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E4887379-AB84-5514-E212-40AE0D22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A8F20902-0DCF-0C99-0FD7-4DE05C1B1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297423F3-510F-9094-2DFE-F1854C345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231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A77DE1A0-78C9-2571-154E-ED04B9C5F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D5CA318C-0D3C-D6EF-A79C-80570D5787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FF34397B-163B-5F31-0B75-192EDD429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4556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BFB6DA74-6074-55F2-8851-8B2362B2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75512DA2-61D0-A01F-857F-94BEFF234EEF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Persona: Aditi Sharma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0BDA2331-09B5-8472-0E26-E29299DEB95F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Goal: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Book the most affordable flight quickly without compromising on convenience.</a:t>
            </a:r>
            <a:endParaRPr sz="11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7426482F-2C4B-483A-15A5-D23D2FE852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2902509"/>
              </p:ext>
            </p:extLst>
          </p:nvPr>
        </p:nvGraphicFramePr>
        <p:xfrm>
          <a:off x="238260" y="665264"/>
          <a:ext cx="8487599" cy="4156236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ACTION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Website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Login / Sign Up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Compare &amp; Book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Booking &amp; Logout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8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TASK LIST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MakeMyTrip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Check deals and offers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in with mobile number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B. Verify OTP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Enter source, destination &amp; dates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Compare fares across dates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Apply student-friendly filters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the cheapest flight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Enter passenger details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Complete payment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Download e-ticket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Share itinerary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out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FEELING ADJECTIVE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Curious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Ready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Hopeful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Budget-conscious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Satisfied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1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IMPROVEMENT OPPORTUNITIES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Reduce promotional banners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Faster OTP login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Better fare calendar and price alerts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Show final price upfront with no hidden fees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Easy access to bookings and refunds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83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197F262F-89B7-8F38-D7CF-4CE8A35DA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2E98B40B-EC7A-0C15-70A8-2C0F2C2A743E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Persona: Rahul Mehta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8E6763AB-99FA-7F6F-D19D-9F5D7CB52A23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Goal: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Complete business travel bookings in the fastest and most efficient way possible.</a:t>
            </a:r>
            <a:endParaRPr sz="11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DED165B4-C97F-2C6B-4235-CA17A817FF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6794428"/>
              </p:ext>
            </p:extLst>
          </p:nvPr>
        </p:nvGraphicFramePr>
        <p:xfrm>
          <a:off x="425002" y="1042310"/>
          <a:ext cx="8029979" cy="3913526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33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5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ACTION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Website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Login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Book Flight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Booking &amp; Logout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9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TASK LIST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MakeMyTrip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Check upcoming trips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Sign in to account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Access saved traveller details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 by timing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Filter direct flights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Compare flexible fares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flight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Confirm traveller details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Pay and download invoice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itinerary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Download invoice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out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FEELING ADJECTIVE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Focused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Efficient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Determined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Relieved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Productive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IMPROVEMENT OPPORTUNITIES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Quick access to recent searches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One-tap login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Business-friendly filters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One-click booking and clearer cancellation policies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Better expense management and refund tracking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60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6B41DC5F-4E68-CEF3-CB86-F4F6C28C3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D9BC62A0-7043-C6C7-4D3D-5575E2E77B24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Emily Carter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F86ED307-8D31-5047-DA9B-92DD31AC604C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Goal: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Plan a safe and hassle-free trip to India with transparent pricing and reliable travel information.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BE95DBD9-373C-B928-4114-444132BEB7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0721806"/>
              </p:ext>
            </p:extLst>
          </p:nvPr>
        </p:nvGraphicFramePr>
        <p:xfrm>
          <a:off x="425002" y="665264"/>
          <a:ext cx="8029979" cy="4367327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33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ACTION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Website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Login / Sign Up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 &amp; Hotels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Book Trip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Booking &amp; Logout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TASK LIST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MakeMyTrip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Explore destinations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Create account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preferred currency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 and hotels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Compare airlines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Review travel information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package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Complete payment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Confirm booking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Download itinerary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Save booking details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out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FEELING ADJECTIVE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Curious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Interested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Cautious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Reassured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Excited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7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IMPROVEMENT OPPORTUNITIES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Highlight international travel options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Support international sign-in methods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Better visa, baggage and travel guidance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Show complete pricing before payment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Provide local travel tips after booking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71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DCE5397-2D53-B020-FC7F-E6D9A4CB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302F6AB3-957A-5B7B-3916-49C9335717BA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Neha Verma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7DEE80F8-BB47-0FAC-F4F1-DDB6C9863489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Goal: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Organize a comfortable and budget-friendly family vacation with all bookings in one place.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139B118A-FF84-F5C5-CE38-0DFE9E82EC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0832687"/>
              </p:ext>
            </p:extLst>
          </p:nvPr>
        </p:nvGraphicFramePr>
        <p:xfrm>
          <a:off x="425002" y="665264"/>
          <a:ext cx="8029979" cy="4367327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33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ACTION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Website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Login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Family Trip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Book Vacation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Booking &amp; Logout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TASK LIST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MakeMyTrip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Browse holiday packages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in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Access saved family details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 and hotels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Compare family packages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suitable option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Add family members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Choose seats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Complete payment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Download tickets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Share itinerary with family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out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FEELING ADJECTIVE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Excited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Prepared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Careful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Hopeful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Happy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7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IMPROVEMENT OPPORTUNITIES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Highlight family packages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Save multiple traveller profiles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Better family-friendly filters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Simpler multi-passenger booking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Easier trip management and reminders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71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AB2263B9-9984-636B-55B8-5C8005DE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38631E6A-03A2-1DE3-8E95-E3A3E22F6371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</a:t>
            </a:r>
            <a:r>
              <a:rPr lang="en-IN" sz="16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Ramesh Iyer 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60CCC03B-1D4F-8C39-5C2D-2B3EC26CD300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Goal: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Book flights independently through a simple, easy-to-use interface with clear guidance.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2C03B76E-C505-1BBE-0884-2BC05DD81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0635482"/>
              </p:ext>
            </p:extLst>
          </p:nvPr>
        </p:nvGraphicFramePr>
        <p:xfrm>
          <a:off x="425002" y="665264"/>
          <a:ext cx="8029979" cy="4367327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33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ACTION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Website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Login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Book Flight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Booking &amp; Logout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TASK LIST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MakeMyTrip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Read homepage carefully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Sign in using mobile number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Verify OTP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Enter travel details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Read flight information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suitable flight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Enter passenger details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Make payment securely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Confirm booking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Download ticket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Check booking status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out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FEELING ADJECTIVE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Curious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Cautious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Attentive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Relieved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Confident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7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IMPROVEMENT OPPORTUNITIES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Larger fonts and simpler homepage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Easier login with fewer verification steps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 readability and navigation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Simplify payment flow with clearer instructions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Add senior-friendly support and booking assistance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8583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524</Words>
  <Application>Microsoft Office PowerPoint</Application>
  <PresentationFormat>On-screen Show (16:9)</PresentationFormat>
  <Paragraphs>170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Google Sans</vt:lpstr>
      <vt:lpstr>Google Sans Medium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JINU JAIN</dc:creator>
  <cp:lastModifiedBy>Dia Chordia</cp:lastModifiedBy>
  <cp:revision>3</cp:revision>
  <dcterms:modified xsi:type="dcterms:W3CDTF">2026-08-07T15:37:23Z</dcterms:modified>
</cp:coreProperties>
</file>